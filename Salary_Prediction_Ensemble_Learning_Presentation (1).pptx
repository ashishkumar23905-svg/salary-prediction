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EA24E0-09A1-4FB1-9B74-AC01B41D2B05}" v="6" dt="2026-07-08T14:37:06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>
                <a:solidFill>
                  <a:schemeClr val="bg1"/>
                </a:solidFill>
              </a:rPr>
              <a:t>Model comparison: R2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R2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Voting Ensemble</c:v>
                </c:pt>
                <c:pt idx="1">
                  <c:v>Gradient Boosting</c:v>
                </c:pt>
                <c:pt idx="2">
                  <c:v>Extra Trees</c:v>
                </c:pt>
                <c:pt idx="3">
                  <c:v>Random 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0.88896162776352372</c:v>
                </c:pt>
                <c:pt idx="1">
                  <c:v>0.88684236206413813</c:v>
                </c:pt>
                <c:pt idx="2">
                  <c:v>0.88629157468986208</c:v>
                </c:pt>
                <c:pt idx="3">
                  <c:v>0.87857102695864064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16-4AF6-A87B-E425E14602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bg1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chemeClr val="bg1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>
                <a:solidFill>
                  <a:schemeClr val="bg1"/>
                </a:solidFill>
              </a:rPr>
              <a:t>Model comparison: RMSE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Voting Ensemble</c:v>
                </c:pt>
                <c:pt idx="1">
                  <c:v>Gradient Boosting</c:v>
                </c:pt>
                <c:pt idx="2">
                  <c:v>Extra Trees</c:v>
                </c:pt>
                <c:pt idx="3">
                  <c:v>Random 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14485.816179372097</c:v>
                </c:pt>
                <c:pt idx="1">
                  <c:v>14623.40012148964</c:v>
                </c:pt>
                <c:pt idx="2">
                  <c:v>14658.94613957896</c:v>
                </c:pt>
                <c:pt idx="3">
                  <c:v>15148.428714601641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DF-4DF1-A673-164AEFF728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chemeClr val="bg1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chemeClr val="bg1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50675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9"/>
                </a:solidFill>
              </a:defRPr>
            </a:pPr>
            <a:r>
              <a:t>Salary Prediction Using Ensemble Learning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Machine learning project presentation | Dataset: Salary Data.csv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075298"/>
            <a:ext cx="1051560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Predict employee salary from demographic, education and experience variables.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Approach: data preprocessing + multiple ensemble regression models.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Best model selected using R², RMSE and MAE.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27563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9"/>
                </a:solidFill>
              </a:defRPr>
            </a:pPr>
            <a:r>
              <a:t>Problem Statement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Why salary prediction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954718"/>
            <a:ext cx="1051560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Salary estimation supports compensation planning and data-driven HR decisions.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The task is a supervised regression problem: predict a continuous Salary value.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Goal: build accurate, robust models and compare ensemble techniques.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6254" y="954091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9"/>
                </a:solidFill>
              </a:defRPr>
            </a:pPr>
            <a:r>
              <a:rPr dirty="0"/>
              <a:t>Dataset Overview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rPr dirty="0"/>
              <a:t>375 cleaned records after duplicate removal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9075" y="2348344"/>
            <a:ext cx="105156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Target variable: Salary.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Input features: Age, Gender, Education Level, Job Title, Years of Experience.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Numeric features: Age, Years of Experience.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Categorical features: Gender, Education Level, Job Title.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185203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9"/>
                </a:solidFill>
              </a:defRPr>
            </a:pPr>
            <a:r>
              <a:rPr dirty="0"/>
              <a:t>Technologies Used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rPr dirty="0"/>
              <a:t>Python-based machine learning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83896"/>
            <a:ext cx="10515600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Python — implementation language.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Pandas and NumPy — loading, cleaning and data manipulation.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Matplotlib — exploratory and model-performance graphs.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Scikit-learn — preprocessing pipelines, train/test split, ensemble regressors and evaluation metrics.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Microsoft PowerPoint generation — python-pptx.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9403" y="1245493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9"/>
                </a:solidFill>
              </a:defRPr>
            </a:pPr>
            <a:r>
              <a:rPr dirty="0"/>
              <a:t>Data Preparation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rPr dirty="0"/>
              <a:t>Reliable inputs before model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94428"/>
            <a:ext cx="105156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Removed duplicate rows and records with missing target salary.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Used median imputation for numeric values and most-frequent imputation for categorical values.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Applied one-hot encoding to categorical columns.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Split data into 80% training and 20% testing sets with </a:t>
            </a:r>
            <a:r>
              <a:rPr dirty="0" err="1"/>
              <a:t>random_state</a:t>
            </a:r>
            <a:r>
              <a:rPr dirty="0"/>
              <a:t> = 42.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175155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9"/>
                </a:solidFill>
              </a:defRPr>
            </a:pPr>
            <a:r>
              <a:rPr dirty="0"/>
              <a:t>Ensemble Learning Models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rPr dirty="0"/>
              <a:t>Combining multiple decision trees for stronger predictions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2429" y="2673364"/>
            <a:ext cx="105156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Random Forest Regressor — averages many independently trained trees.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Gradient Boosting Regressor — sequentially corrects earlier prediction errors.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Extra Trees Regressor — increases tree randomness to reduce variance.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Voting Regressor — averages predictions from all three base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0515" y="131583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9"/>
                </a:solidFill>
              </a:defRPr>
            </a:pPr>
            <a:r>
              <a:t>Evaluation Metrics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How model quality was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004960"/>
            <a:ext cx="1051560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MAE: average absolute difference between actual and predicted salary.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RMSE: penalizes larger prediction errors more strongly.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R² Score: proportion of salary variation explained by the model.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Preferred outcome: lower MAE/RMSE and higher R².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9"/>
                </a:solidFill>
              </a:defRPr>
            </a:pPr>
            <a:r>
              <a:t>Results: R² Score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Higher is better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205012"/>
              </p:ext>
            </p:extLst>
          </p:nvPr>
        </p:nvGraphicFramePr>
        <p:xfrm>
          <a:off x="914400" y="1417320"/>
          <a:ext cx="103327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9"/>
                </a:solidFill>
              </a:defRPr>
            </a:pPr>
            <a:r>
              <a:t>Results: RMSE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Lower is better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447648"/>
              </p:ext>
            </p:extLst>
          </p:nvPr>
        </p:nvGraphicFramePr>
        <p:xfrm>
          <a:off x="914400" y="1417320"/>
          <a:ext cx="103327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92897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9"/>
                </a:solidFill>
              </a:defRPr>
            </a:pPr>
            <a:r>
              <a:t>Model Results Table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Test-set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944342"/>
              </p:ext>
            </p:extLst>
          </p:nvPr>
        </p:nvGraphicFramePr>
        <p:xfrm>
          <a:off x="975360" y="2317150"/>
          <a:ext cx="102412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22C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Voting Ensemble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rPr dirty="0"/>
                        <a:t>10312.225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14485.816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0.889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10695.926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14623.400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0.887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Extra Trees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10255.000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14658.946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0.886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10473.769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t>15148.429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1F5F9"/>
                          </a:solidFill>
                        </a:defRPr>
                      </a:pPr>
                      <a:r>
                        <a:rPr dirty="0"/>
                        <a:t>0.879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051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9"/>
                </a:solidFill>
              </a:defRPr>
            </a:pPr>
            <a:r>
              <a:rPr dirty="0"/>
              <a:t>Key Findings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rPr dirty="0"/>
              <a:t>What the experiment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693460"/>
            <a:ext cx="10515600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Voting Ensemble achieved the highest R² score: 0.889.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It also produced RMSE of 14,486 and MAE of 10,312.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All tested ensemble models explained roughly 88%–89% of salary variation on the held-out test set.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Combining diverse tree models delivered a small but measurable improvement over individual models.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051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1F5F9"/>
                </a:solidFill>
              </a:defRPr>
            </a:pPr>
            <a:r>
              <a:rPr dirty="0"/>
              <a:t>Conclusion &amp; Future Work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rPr dirty="0"/>
              <a:t>Final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834138"/>
            <a:ext cx="105156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Use the Voting Ensemble as the selected salary prediction model for this dataset.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Predictions should support—not replace—human compensation review.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Future improvements: hyperparameter tuning, cross-validation, outlier analysis, fairness checks and additional job-market features.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F1F5F9"/>
                </a:solidFill>
              </a:defRPr>
            </a:pPr>
            <a:r>
              <a:rPr dirty="0"/>
              <a:t>Deploy as a simple web form or HR analytics dashboard after validation on newer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522</Words>
  <Application>Microsoft Office PowerPoint</Application>
  <PresentationFormat>Widescreen</PresentationFormat>
  <Paragraphs>81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ashish kumar</cp:lastModifiedBy>
  <cp:revision>5</cp:revision>
  <dcterms:created xsi:type="dcterms:W3CDTF">2013-01-27T09:14:16Z</dcterms:created>
  <dcterms:modified xsi:type="dcterms:W3CDTF">2026-07-08T14:47:31Z</dcterms:modified>
  <cp:category/>
</cp:coreProperties>
</file>